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trigger: after the 16 V retune, ~80% of G bring-ups latched FAULT_OV_BUS. First theory (missing RD1 bodge) refuted same day — both boosts regulate 15.9 V standalone. Real mechanism: load-dump overshoot peak-held by the RT1987 ideal diode.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Hypotheses killed in order: RD1 bodge missing; logic load step; RT1987 bias brownout; half-rectified ring (capture 6); CH2 common-mode artifact (capture 7). Winner: VIN-UVLO abort, which also dissolves the anomalous ~9.5 ms 'silent retry'.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Rationale chain: bound the dump current → bound the park (ΔV ≈ 0.21 V/A × I_dump) → stay under LIMIT_V_BUS_MAX and far under 19 V OVP / 20 V abs-max; and make the inrush too small to trigger the UVLO-abort retry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 validated for the no-VESC config; with the VESC the connect still SCP-cuts but recovers cleanly on the documented 64 ms retry. The 18 V boost-local peak is invisible to firmware — only hardware (CSS, bodge caps) protects. Overshoot mechanism (linear vs EA-slew) remains OPEN — both models over-predict vs the empirical 0.10–0.21 V/A.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RT1987 Soft-Start Bodge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D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bring-up debug round · 2026-07-31 → 08-03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(non-destructive, repeatable): </a:t>
            </a:r>
            <a:pPr indent="0" marL="0">
              <a:buNone/>
            </a:pPr>
            <a:r>
              <a:rPr lang="en-US" sz="14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~80 % of State-98 “G” bus bring-ups latch 0x8004 = FAULT_OV_BUS on a current-limited bench supply; ~20 % come up clean.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pPr indent="0" marL="0">
              <a:buNone/>
            </a:pPr>
            <a:r>
              <a:rPr lang="en-US" sz="14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a running boost to the discharged bus through the RT1987 dumps a load-step into the boost; the recovery overshoot (17.2–17.5 V) is then peak-held on the bus by the ideal diode — a boost cannot sink, so the ADC samples the parked peak, not the 16.0 V regulation point.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452628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1E242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6634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5349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bring-ups tripped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FAULT_OV_BUS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452628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1E242E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46634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D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 V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51760" y="5349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park vs then-armed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 V limit (now 17.5 V)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4526280"/>
            <a:ext cx="1874520" cy="1691640"/>
          </a:xfrm>
          <a:prstGeom prst="roundRect">
            <a:avLst>
              <a:gd name="adj" fmla="val 4324"/>
            </a:avLst>
          </a:prstGeom>
          <a:solidFill>
            <a:srgbClr val="1E242E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466344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09160" y="5349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inrush vs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~5.3 A RT1987 limit</a:t>
            </a:r>
            <a:endParaRPr lang="en-US" sz="1100" dirty="0"/>
          </a:p>
        </p:txBody>
      </p:sp>
      <p:pic>
        <p:nvPicPr>
          <p:cNvPr id="15" name="Image 0" descr="C:\Life Ops\School\Thesis\DC-Balancer-Board-Teensy\references\scope_captures\5-Vout yellow-Vmot blue-Ibat pur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051560"/>
            <a:ext cx="4983480" cy="28072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20840" y="39136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5 (before): Vout (yellow), V-MOT (cyan), I_BAT (purple), 2 ms/div — the failing bus connect.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720840" y="4526280"/>
            <a:ext cx="4983480" cy="1691640"/>
          </a:xfrm>
          <a:prstGeom prst="roundRect">
            <a:avLst>
              <a:gd name="adj" fmla="val 4324"/>
            </a:avLst>
          </a:prstGeom>
          <a:solidFill>
            <a:srgbClr val="1E242E"/>
          </a:solidFill>
          <a:ln/>
        </p:spPr>
      </p:sp>
      <p:sp>
        <p:nvSpPr>
          <p:cNvPr id="18" name="Text 15"/>
          <p:cNvSpPr/>
          <p:nvPr/>
        </p:nvSpPr>
        <p:spPr>
          <a:xfrm>
            <a:off x="6949440" y="470916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 killed on the way: </a:t>
            </a:r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RD1 bodge (boosts regulate 15.9 V standalone) · logic-rail load step · RT1987 bias brownout · half-rectified ring (capture 6) · scope common-mode artifact (capture 7). Survivor: VIN-UVLO abort + ideal-diode peak-hold.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720840" y="63550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docs/boost-bringup-debug.md · RT1987 DS §17.1–17.6 · captures 5–9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(CSS = 5.6 nF): anatomy of a failed connect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52144"/>
            <a:ext cx="146304" cy="146304"/>
          </a:xfrm>
          <a:prstGeom prst="ellipse">
            <a:avLst/>
          </a:prstGeom>
          <a:solidFill>
            <a:srgbClr val="E8D44D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97280"/>
            <a:ext cx="10927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D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 #1 — VIN-UVLO abort (identified).</a:t>
            </a:r>
            <a:pPr indent="0" marL="0">
              <a:buNone/>
            </a:pP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smooth unipolar ~7 A / ~100 µs inrush lobe (capture 6, 500 MSa/s — kills the ring/artifact theories). Capture 7 shows why it stops: the inrush collapses the current-limited source, VBT 8.6 → 3.4 V, RT1987 VIN (~2.9 V) crosses falling UVLO (~2.93 V) → documented abort (DS §17.1), then re-enable ≈ tD_ON 8 ms later.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121408"/>
            <a:ext cx="146304" cy="146304"/>
          </a:xfrm>
          <a:prstGeom prst="ellipse">
            <a:avLst/>
          </a:prstGeom>
          <a:solidFill>
            <a:srgbClr val="B388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66544"/>
            <a:ext cx="10927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dip — the real charge event.</a:t>
            </a:r>
            <a:pPr indent="0" marL="0">
              <a:buNone/>
            </a:pP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6–8 A for 1.77 ms (7.1× the 250 µs SCP timer, no cut), ∫I dt ≈ 7.4 mC ≈ 470 µF × 16 V — the motor-node charge through the full chain. Probe-node correction: the cyan CH3 trace in captures 5/6/8/9 was V-MOT, not VBUS (VBUS was never scoped); V-MOT climbs 0.91 → 16.85 V while VOUT sags to a 9.68 V floor.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090672"/>
            <a:ext cx="146304" cy="146304"/>
          </a:xfrm>
          <a:prstGeom prst="ellipse">
            <a:avLst/>
          </a:prstGeom>
          <a:solidFill>
            <a:srgbClr val="4DD0E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35808"/>
            <a:ext cx="10927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 trip.</a:t>
            </a:r>
            <a:pPr indent="0" marL="0">
              <a:buNone/>
            </a:pPr>
            <a:r>
              <a:rPr lang="en-US" sz="125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Release overshoot ≈ 0.21 V/A of dump current parks the bus at 17.2–17.5 V — over the 17.0 V limit. Firmware timing bug confirmed: tD_ON = 8 ms &gt; BUS_SETTLE_MS = 5 ms, so the pre-charge sequencing never ran; every connect was a full-ΔV (~16 V) connect.</a:t>
            </a:r>
            <a:endParaRPr lang="en-US" sz="1250" dirty="0"/>
          </a:p>
        </p:txBody>
      </p:sp>
      <p:pic>
        <p:nvPicPr>
          <p:cNvPr id="9" name="Image 0" descr="C:\Life Ops\School\Thesis\DC-Balancer-Board-Teensy\references\scope_captures\5-Vout yellow-Vmot blue-Ibat pur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60520"/>
            <a:ext cx="3611880" cy="20299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2362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5 · 2 ms/div — dip #1 needle,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1.77 ms deep dip and 17.5 V park</a:t>
            </a:r>
            <a:endParaRPr lang="en-US" sz="1050" dirty="0"/>
          </a:p>
        </p:txBody>
      </p:sp>
      <p:pic>
        <p:nvPicPr>
          <p:cNvPr id="11" name="Image 1" descr="C:\Life Ops\School\Thesis\DC-Balancer-Board-Teensy\references\scope_captures\6-dip 1 zoomed i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4160520"/>
            <a:ext cx="3611880" cy="20299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25112" y="62362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6 · 50 µs/div, 500 MSa/s — dip #1: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6.9 A lobe, V-MOT flat</a:t>
            </a:r>
            <a:endParaRPr lang="en-US" sz="1050" dirty="0"/>
          </a:p>
        </p:txBody>
      </p:sp>
      <p:pic>
        <p:nvPicPr>
          <p:cNvPr id="13" name="Image 2" descr="C:\Life Ops\School\Thesis\DC-Balancer-Board-Teensy\references\scope_captures\7- dip 1 zoomed in-5Vrail yellow-Vbt blue-Ibat purpl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4160520"/>
            <a:ext cx="3611880" cy="20299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47304" y="62362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7 · 50 µs/div — VBT collapses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 → 3.4 V; 5 V logic rail sags ~1 V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CSS 5.6 nF → 100 nF on D-BT-EN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RT1987 DS §17.3:  </a:t>
            </a:r>
            <a:pPr indent="0" marL="0">
              <a:buNone/>
            </a:pPr>
            <a:r>
              <a:rPr lang="en-US" sz="1400" dirty="0">
                <a:solidFill>
                  <a:srgbClr val="E8D4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 = VIN/35 × (CSS/0.0023 − 100) µs   (10–90 % ramp; connect demand I = 0.8·C·VIN/tON)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1E24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CSS = 5.6 nF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tON(16 V) ≈ 1.07 ms — far too fast for the node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demand for the ~590 µF node ≈ 7 A, vs the ~5.3 A foldback limit at ΔV = 16 V — protection-marginal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Inrush collapses the source → UVLO abort → retry loop; release at ~7 A parks the bus +1.5 V over setpoint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1E242E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DD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CSS = 100 nF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51460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tON(16 V) = 19.8 ms (full ramp 24.8 ms); predicted demand 0.65 A per mF (tON and ISCP are typ-only)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Gentle-ramp prediction FALSIFIED by capture 8: the connect is two-phase — onset dumps ~2/3 of the node charge at foldback-class ~7 A in ≲1 ms; only the top ~5 V rides the gate ramp at ~0.4 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bounds the duration / handoff point, not the onset current — inrush too brief to collapse the source, so no UVLO retry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525780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Single-variable test: </a:t>
            </a:r>
            <a:pPr indent="0" marL="0">
              <a:buNone/>
            </a:pPr>
            <a:r>
              <a:rPr lang="en-US" sz="12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nF fitted on D-BT-EN only; D-MT-EN left at 5.6 nF. Ordering consequence: this bodge must precede the ADC-gated settle — at 5.6 nF the Death-5 low-voltage pre-charge is functionally impossible on a current-limited supply (bus parks at ~400 mV). Interim firmware mitigation already in: LIMIT_V_BUS_MAX 17.0 → 17.5 V.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results — and the limit of the fix</a:t>
            </a:r>
            <a:endParaRPr lang="en-US" sz="3000" dirty="0"/>
          </a:p>
        </p:txBody>
      </p:sp>
      <p:pic>
        <p:nvPicPr>
          <p:cNvPr id="3" name="Image 0" descr="C:\Life Ops\School\Thesis\DC-Balancer-Board-Teensy\references\scope_captures\8-Vout yellow-Vmot blue-Ibat pur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5532120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2976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8 (after, no VESC) · 5 ms/div — one event, V-MOT ramps ~0.6 V/ms to ~16.2 V.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470916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Timing formula validated: </a:t>
            </a:r>
            <a:pPr indent="0" marL="0">
              <a:buNone/>
            </a:pP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ΔX = 28.3 ms measured vs tD_ON 8 ms + tON 19.8 ms = 27.8 ms predicted — a 1.8 % match.
</a:t>
            </a:r>
            <a:pPr indent="0" marL="0">
              <a:buNone/>
            </a:pPr>
            <a:r>
              <a:rPr lang="en-US" sz="1200" b="1" dirty="0">
                <a:solidFill>
                  <a:srgbClr val="7DD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Retry loop gone, park reduced: </a:t>
            </a:r>
            <a:pPr indent="0" marL="0">
              <a:buNone/>
            </a:pP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connect event; the scope-window ~17.0 V was a slowly-decaying park — DMM confirms VOUT regulates 15.9 V steady-state.
</a:t>
            </a:r>
            <a:pPr indent="0" marL="0">
              <a:buNone/>
            </a:pPr>
            <a:r>
              <a:rPr lang="en-US" sz="1200" b="1" dirty="0">
                <a:solidFill>
                  <a:srgbClr val="7DD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 criterion met: </a:t>
            </a:r>
            <a:pPr indent="0" marL="0">
              <a:buNone/>
            </a:pP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FAULT_OV_BUS, &gt;4 consecutive clean “G” bring-ups (2026-08-03).</a:t>
            </a:r>
            <a:endParaRPr lang="en-US" sz="1200" dirty="0"/>
          </a:p>
        </p:txBody>
      </p:sp>
      <p:pic>
        <p:nvPicPr>
          <p:cNvPr id="6" name="Image 1" descr="C:\Life Ops\School\Thesis\DC-Balancer-Board-Teensy\references\scope_captures\9-Vout yellow-Vmot blue-Ibat purple-VES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43000"/>
            <a:ext cx="5532120" cy="3108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55080" y="42976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9 (after, VESC attached) · 10 ms/div — SCP cut, 65 ms retry gap, then success.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355080" y="470916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D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Big node still cuts: </a:t>
            </a:r>
            <a:pPr indent="0" marL="0">
              <a:buNone/>
            </a:pP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clean SCP-cut/retry fingerprint — ~10 A abort, dead gap ~65 ms ≈ tSCP_RST 64 ms typ; retry completes, no OV trip.
</a:t>
            </a:r>
            <a:pPr indent="0" marL="0">
              <a:buNone/>
            </a:pPr>
            <a:r>
              <a:rPr lang="en-US" sz="1200" b="1" dirty="0">
                <a:solidFill>
                  <a:srgbClr val="E8D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 0.21 V/A coefficient confirmed: </a:t>
            </a:r>
            <a:pPr indent="0" marL="0">
              <a:buNone/>
            </a:pP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 V + 10 A × 0.21 V/A = 18.0 V — matches the observed ~18 V peak.
</a:t>
            </a:r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Protection gap: </a:t>
            </a:r>
            <a:pPr indent="0" marL="0">
              <a:buNone/>
            </a:pPr>
            <a:r>
              <a:rPr lang="en-US" sz="1200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18 V excursion lives behind the cut diode (the probed ~3.9 V node was V-MOT, not VBUS). Firmware sees taper-parks — the historic trips — but is blind to cut-release parks. Next: 100 nF on D-MT-EN, ADC-gated settle (≥ ~28–33 ms). 470 µF location RESOLVED: on V-MOT, downstream of D-MT-EN.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2026-08-04T04:49:37Z</dcterms:created>
  <dcterms:modified xsi:type="dcterms:W3CDTF">2026-08-04T04:49:37Z</dcterms:modified>
</cp:coreProperties>
</file>