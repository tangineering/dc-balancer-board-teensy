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Raw H2 change [%]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hold-5050</c:v>
                  </c:pt>
                  <c:pt idx="1">
                    <c:v>soc-band</c:v>
                  </c:pt>
                  <c:pt idx="2">
                    <c:v>mpc-sto</c:v>
                  </c:pt>
                  <c:pt idx="3">
                    <c:v>sdp-v6</c:v>
                  </c:pt>
                  <c:pt idx="4">
                    <c:v>dp-replay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-2.64</c:v>
                </c:pt>
                <c:pt idx="1">
                  <c:v>-3</c:v>
                </c:pt>
                <c:pt idx="2">
                  <c:v>18.9</c:v>
                </c:pt>
                <c:pt idx="3">
                  <c:v>-1.16</c:v>
                </c:pt>
                <c:pt idx="4">
                  <c:v>0.71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ΔSoC-matched change [%]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hold-5050</c:v>
                  </c:pt>
                  <c:pt idx="1">
                    <c:v>soc-band</c:v>
                  </c:pt>
                  <c:pt idx="2">
                    <c:v>mpc-sto</c:v>
                  </c:pt>
                  <c:pt idx="3">
                    <c:v>sdp-v6</c:v>
                  </c:pt>
                  <c:pt idx="4">
                    <c:v>dp-replay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-0.04</c:v>
                </c:pt>
                <c:pt idx="1">
                  <c:v>-0.33</c:v>
                </c:pt>
                <c:pt idx="2">
                  <c:v>0.19</c:v>
                </c:pt>
                <c:pt idx="3">
                  <c:v>0.06</c:v>
                </c:pt>
                <c:pt idx="4">
                  <c:v>0.02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9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"/>
          <c:min val="-5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Sweep: 24 walkable ems-* legs x 3 arms (off, on symmetric, on M2 asymmetry). Governor-off is the heuristic_walk() anchor. Board anchor: HIL Results/hil_report_20260904_022637/scenario_ems-ftp75-sdp_hifi/analysis.json.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Share-governor effect on hydrogen consumption: SDP EMS on FTP-75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walk (tools/ems_walk.py), governor on vs off, plant loss map, fw v27 governor package, λ = 0.41 SoC/g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566160" cy="233172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002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+0.06 %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ΔSoC-matched (equivalent) hydrogen with the governor, relative to governor-off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H2 −1.16 %, but the pack drains 8.2e-5 more SoC (0.20 mg H2-equivalent). Net effect is zero within resolution.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1463040"/>
          <a:ext cx="74066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371600"/>
                <a:gridCol w="14630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ems-ftp75-sdp (sdp-v6, 350 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 [g]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ΔSoC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eq-H2 vs off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 off (walk)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0.016456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−0.013295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 on, symmetric plant (walk)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0.016266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−0.013377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850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Governor on, M2 asymmetry (walk)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0.016293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−0.013366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Board, fw v27, campaign 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0.016389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−0.013340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297680" y="342900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vs board on this leg: H2 −0.59 %, ΔSoC +0.2 %. Campaign repeatability floor 250–800 ppm; a bench A/B with a governor-bypass build could not resolve +0.06 %.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023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Governor effect across the FTP-75 legs (walk, symmetric plant)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457200" y="4343400"/>
          <a:ext cx="5669280" cy="2240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8"/>
          <p:cNvSpPr/>
          <p:nvPr/>
        </p:nvSpPr>
        <p:spPr>
          <a:xfrm>
            <a:off x="6400800" y="4023360"/>
            <a:ext cx="5303520" cy="2560320"/>
          </a:xfrm>
          <a:prstGeom prst="roundRect">
            <a:avLst>
              <a:gd name="adj" fmla="val 357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583680" y="4114800"/>
            <a:ext cx="49834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number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estimate: both arms in the same reduced demand/pack/H2 model; the governor-on arm reproduces the suite's fw v27 walk table on every shared leg.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"Governor" = minority clip, HOLD/feedforward, cuts and load guard, fw v27 battery-only start and k_d schedule. The off arm keeps the fw v26 ceiling bound (inert here: 0 clamped stages).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small: no ceiling ever binds and the SDP shares sit inside the minority band; the battery-only start only shifts 0.2 mg onto the pack, which the ΔSoC price returns.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stable over λ 0.409–0.4165 (+0.04 to +0.06 %). Real governor costs elsewhere: ems-sdp-cross +5.0 %, all ftp75c legs −10 to −16 % (battery-only start never releases under the 0.30 A gate).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2026-09-08T17:50:07Z</dcterms:created>
  <dcterms:modified xsi:type="dcterms:W3CDTF">2026-09-08T17:50:07Z</dcterms:modified>
</cp:coreProperties>
</file>